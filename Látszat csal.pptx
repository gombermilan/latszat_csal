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4DE706-D541-D169-CA04-745C9E59897C}" v="37" dt="2026-03-20T09:33:39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27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11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18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6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4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05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8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2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2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38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2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45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C30665E-D592-446F-98EB-15F172A22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703400" y="4702835"/>
            <a:ext cx="10801350" cy="978772"/>
          </a:xfrm>
        </p:spPr>
        <p:txBody>
          <a:bodyPr>
            <a:normAutofit/>
          </a:bodyPr>
          <a:lstStyle/>
          <a:p>
            <a:r>
              <a:rPr lang="hu-HU"/>
              <a:t>A látszat csal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703400" y="5717566"/>
            <a:ext cx="9470954" cy="533983"/>
          </a:xfrm>
        </p:spPr>
        <p:txBody>
          <a:bodyPr anchor="t">
            <a:normAutofit/>
          </a:bodyPr>
          <a:lstStyle/>
          <a:p>
            <a:r>
              <a:rPr lang="hu-HU" sz="1800"/>
              <a:t>Készítette: Gombér Milán, Zsupos Dominik, Szabó Máté 13/A</a:t>
            </a:r>
          </a:p>
        </p:txBody>
      </p:sp>
      <p:pic>
        <p:nvPicPr>
          <p:cNvPr id="4" name="Kép 3" descr="How Charlie Kirk Memes Are Radicalizing Gen Z w/ Ryan Broderick - Taylor  Lorenz's Power User | Podcast on Spotify">
            <a:extLst>
              <a:ext uri="{FF2B5EF4-FFF2-40B4-BE49-F238E27FC236}">
                <a16:creationId xmlns:a16="http://schemas.microsoft.com/office/drawing/2014/main" id="{4AC08B03-4A6C-FB83-F8B1-6AAFA390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20" r="2" b="31297"/>
          <a:stretch>
            <a:fillRect/>
          </a:stretch>
        </p:blipFill>
        <p:spPr>
          <a:xfrm>
            <a:off x="800100" y="712915"/>
            <a:ext cx="10591800" cy="3806202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453984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48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FE628FF-6ABE-6312-DEEA-88629F40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hu-HU" sz="3600">
                <a:ea typeface="+mj-lt"/>
                <a:cs typeface="+mj-lt"/>
              </a:rPr>
              <a:t>Mi az AI és az AI képgenerálás?</a:t>
            </a:r>
            <a:endParaRPr lang="hu-HU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46D2B9B-CCD6-0FAC-5603-9475F5073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+mn-lt"/>
                <a:cs typeface="+mn-lt"/>
              </a:rPr>
              <a:t>AI = Mesterséges intelligencia, ami képes tanulni és alkotni.</a:t>
            </a:r>
          </a:p>
          <a:p>
            <a:r>
              <a:rPr lang="hu-HU">
                <a:ea typeface="+mn-lt"/>
                <a:cs typeface="+mn-lt"/>
              </a:rPr>
              <a:t>Képes képek, videók, szövegek létrehozására.</a:t>
            </a:r>
          </a:p>
          <a:p>
            <a:r>
              <a:rPr lang="hu-HU">
                <a:ea typeface="+mn-lt"/>
                <a:cs typeface="+mn-lt"/>
              </a:rPr>
              <a:t>Népszerű eszközök: DALL·E, MidJourney, Stable Diffusion</a:t>
            </a:r>
            <a:endParaRPr lang="hu-HU" dirty="0"/>
          </a:p>
        </p:txBody>
      </p:sp>
      <p:pic>
        <p:nvPicPr>
          <p:cNvPr id="4" name="Kép 3" descr="6 Artificial Intelligence (AI) Jobs to Consider in 2025: The Future of the  Digital Workforce - Campus Hostels In Uganda">
            <a:extLst>
              <a:ext uri="{FF2B5EF4-FFF2-40B4-BE49-F238E27FC236}">
                <a16:creationId xmlns:a16="http://schemas.microsoft.com/office/drawing/2014/main" id="{50E6B055-5D19-6458-9A3D-BC194BA09A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98" r="14094" b="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9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298B62A-7B25-CED5-1B4B-92EF52A7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hu-HU">
                <a:ea typeface="+mj-lt"/>
                <a:cs typeface="+mj-lt"/>
              </a:rPr>
              <a:t>Mi az AI-csalás?</a:t>
            </a:r>
            <a:endParaRPr lang="hu-HU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5BB75EA-6959-75B4-7091-8BFAA368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+mn-lt"/>
                <a:cs typeface="+mn-lt"/>
              </a:rPr>
              <a:t>AI-t használnak megtévesztésre.</a:t>
            </a:r>
          </a:p>
          <a:p>
            <a:r>
              <a:rPr lang="hu-HU">
                <a:ea typeface="+mn-lt"/>
                <a:cs typeface="+mn-lt"/>
              </a:rPr>
              <a:t>Példák:</a:t>
            </a:r>
            <a:endParaRPr lang="hu-HU" dirty="0"/>
          </a:p>
          <a:p>
            <a:r>
              <a:rPr lang="hu-HU">
                <a:ea typeface="+mn-lt"/>
                <a:cs typeface="+mn-lt"/>
              </a:rPr>
              <a:t>Fake news képek</a:t>
            </a:r>
            <a:endParaRPr lang="hu-HU"/>
          </a:p>
          <a:p>
            <a:r>
              <a:rPr lang="hu-HU">
                <a:ea typeface="+mn-lt"/>
                <a:cs typeface="+mn-lt"/>
              </a:rPr>
              <a:t>Hamis profilok közösségi médiában</a:t>
            </a:r>
            <a:endParaRPr lang="hu-HU"/>
          </a:p>
          <a:p>
            <a:r>
              <a:rPr lang="hu-HU">
                <a:ea typeface="+mn-lt"/>
                <a:cs typeface="+mn-lt"/>
              </a:rPr>
              <a:t>Online csalások, hamis hirdetések</a:t>
            </a:r>
            <a:endParaRPr lang="hu-HU"/>
          </a:p>
          <a:p>
            <a:endParaRPr lang="hu-HU" dirty="0"/>
          </a:p>
        </p:txBody>
      </p:sp>
      <p:pic>
        <p:nvPicPr>
          <p:cNvPr id="4" name="Kép 3" descr="The New Face of Digital Deception: How AI is Changing the Scam Game (And  How to Stay Ahead) - Linkenheimer LLP CPAs &amp; Advisors">
            <a:extLst>
              <a:ext uri="{FF2B5EF4-FFF2-40B4-BE49-F238E27FC236}">
                <a16:creationId xmlns:a16="http://schemas.microsoft.com/office/drawing/2014/main" id="{FA49EB80-9D88-D8F4-B273-F1B1DAB3E3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22" r="4121" b="-4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7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93F8562-157E-F766-8D52-EF2F1A7A0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hu-HU" sz="3300">
                <a:ea typeface="+mj-lt"/>
                <a:cs typeface="+mj-lt"/>
              </a:rPr>
              <a:t>Hogyan ismerhetjük fel az AI-képet?</a:t>
            </a:r>
            <a:endParaRPr lang="hu-HU" sz="33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679610-71A9-303A-2DAA-0167FAAE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+mn-lt"/>
                <a:cs typeface="+mn-lt"/>
              </a:rPr>
              <a:t>Túl tökéletes részletek</a:t>
            </a:r>
          </a:p>
          <a:p>
            <a:r>
              <a:rPr lang="hu-HU">
                <a:ea typeface="+mn-lt"/>
                <a:cs typeface="+mn-lt"/>
              </a:rPr>
              <a:t>Furcsa árnyékok, torzulások</a:t>
            </a:r>
          </a:p>
          <a:p>
            <a:r>
              <a:rPr lang="hu-HU">
                <a:ea typeface="+mn-lt"/>
                <a:cs typeface="+mn-lt"/>
              </a:rPr>
              <a:t>Nem létező logók vagy szövegek</a:t>
            </a:r>
            <a:endParaRPr lang="hu-H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8EC71-F5ED-5C0A-8C19-9F93BF32B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61" r="1962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881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864864F-CAA1-0502-EC59-1C09CBC76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hu-HU" sz="3600">
                <a:ea typeface="+mj-lt"/>
                <a:cs typeface="+mj-lt"/>
              </a:rPr>
              <a:t>Miért veszélyes az AI-csalás?</a:t>
            </a:r>
            <a:endParaRPr lang="hu-HU" sz="360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C1B0D0-D456-92B1-1DB5-6E294795D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+mn-lt"/>
                <a:cs typeface="+mn-lt"/>
              </a:rPr>
              <a:t>Félrevezetés és megtévesztés</a:t>
            </a:r>
          </a:p>
          <a:p>
            <a:r>
              <a:rPr lang="hu-HU">
                <a:ea typeface="+mn-lt"/>
                <a:cs typeface="+mn-lt"/>
              </a:rPr>
              <a:t>Bizalomvesztés a képi információkban</a:t>
            </a:r>
          </a:p>
          <a:p>
            <a:r>
              <a:rPr lang="hu-HU">
                <a:ea typeface="+mn-lt"/>
                <a:cs typeface="+mn-lt"/>
              </a:rPr>
              <a:t>Politikai és pénzügyi manipuláció</a:t>
            </a:r>
            <a:endParaRPr lang="hu-HU" dirty="0"/>
          </a:p>
        </p:txBody>
      </p:sp>
      <p:pic>
        <p:nvPicPr>
          <p:cNvPr id="5" name="Picture 4" descr="Trump's AI Lion Post Roars Amid Personality Polls Showing Kamala Harris  Gaining Popularity">
            <a:extLst>
              <a:ext uri="{FF2B5EF4-FFF2-40B4-BE49-F238E27FC236}">
                <a16:creationId xmlns:a16="http://schemas.microsoft.com/office/drawing/2014/main" id="{08B7DDF3-8F27-B32E-5BE6-3DA4574F7C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6770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54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33B8F6F-8E3B-2F5A-941F-9B34B5EF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+mj-lt"/>
                <a:cs typeface="+mj-lt"/>
              </a:rPr>
              <a:t>Mit tehetünk ellene?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95FB5F-A1A2-862D-5988-366EB05A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+mn-lt"/>
                <a:cs typeface="+mn-lt"/>
              </a:rPr>
              <a:t>Kritikus gondolkodás: ne higgy mindennek elsőre</a:t>
            </a:r>
          </a:p>
          <a:p>
            <a:r>
              <a:rPr lang="hu-HU">
                <a:ea typeface="+mn-lt"/>
                <a:cs typeface="+mn-lt"/>
              </a:rPr>
              <a:t>Képforrás ellenőrzése</a:t>
            </a:r>
          </a:p>
          <a:p>
            <a:r>
              <a:rPr lang="hu-HU">
                <a:ea typeface="+mn-lt"/>
                <a:cs typeface="+mn-lt"/>
              </a:rPr>
              <a:t>AI-ellenőrző eszközök használata</a:t>
            </a:r>
            <a:endParaRPr lang="hu-HU" dirty="0">
              <a:ea typeface="+mn-lt"/>
              <a:cs typeface="+mn-lt"/>
            </a:endParaRPr>
          </a:p>
          <a:p>
            <a:r>
              <a:rPr lang="hu-HU"/>
              <a:t>Ne higyj el mindent, a látszat csal </a:t>
            </a:r>
            <a:endParaRPr lang="hu-HU" dirty="0"/>
          </a:p>
        </p:txBody>
      </p:sp>
      <p:pic>
        <p:nvPicPr>
          <p:cNvPr id="4" name="Picture 3" descr="Smart Emoji &quot; Art Print for Sale by janetgonzalez | Redbubble">
            <a:extLst>
              <a:ext uri="{FF2B5EF4-FFF2-40B4-BE49-F238E27FC236}">
                <a16:creationId xmlns:a16="http://schemas.microsoft.com/office/drawing/2014/main" id="{1EB81C61-B72F-195C-5180-72265267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515" y="1100528"/>
            <a:ext cx="2743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48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Tartalom helye 4" descr="How Charlie Kirk Memes Are Radicalizing Gen Z w/ Ryan Broderick - Taylor  Lorenz's Power User | Podcast on Spotify">
            <a:extLst>
              <a:ext uri="{FF2B5EF4-FFF2-40B4-BE49-F238E27FC236}">
                <a16:creationId xmlns:a16="http://schemas.microsoft.com/office/drawing/2014/main" id="{4C163A73-2358-63B4-3A81-EB4826443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A5B9D88-72AB-076D-9131-F4AE1ECF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5497" y="5791200"/>
            <a:ext cx="8027544" cy="960120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Köszönjük</a:t>
            </a:r>
            <a:r>
              <a:rPr lang="en-US" sz="3600" dirty="0"/>
              <a:t> a </a:t>
            </a:r>
            <a:r>
              <a:rPr lang="en-US" sz="3600" dirty="0" err="1"/>
              <a:t>figyelmet</a:t>
            </a:r>
            <a:r>
              <a:rPr lang="en-US" sz="36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88527993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7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8" baseType="lpstr">
      <vt:lpstr>ChronicleVTI</vt:lpstr>
      <vt:lpstr>A látszat csal</vt:lpstr>
      <vt:lpstr>Mi az AI és az AI képgenerálás?</vt:lpstr>
      <vt:lpstr>Mi az AI-csalás?</vt:lpstr>
      <vt:lpstr>Hogyan ismerhetjük fel az AI-képet?</vt:lpstr>
      <vt:lpstr>Miért veszélyes az AI-csalás?</vt:lpstr>
      <vt:lpstr>Mit tehetünk ellene?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99</cp:revision>
  <dcterms:created xsi:type="dcterms:W3CDTF">2026-02-27T09:03:39Z</dcterms:created>
  <dcterms:modified xsi:type="dcterms:W3CDTF">2026-03-20T09:34:39Z</dcterms:modified>
</cp:coreProperties>
</file>